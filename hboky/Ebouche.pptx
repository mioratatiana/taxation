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6230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803018241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2078052891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1808119214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510116123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749748398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73984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1176499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788813780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695311-6E4D-791B-63E4-92A3B4B7AA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539A76-433F-73A0-5098-2459F9D2CBF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92368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534896711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322111647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991860749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01327088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1674504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266337665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699112375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00036302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1249858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9285570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09554018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49821878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23288448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6894012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13192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63757693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901222027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049072833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491924632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17467692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95242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83809707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75175335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812973774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060380263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9036833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518230856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142102326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497514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082853959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664658685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09457270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358320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381534519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9888892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361626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515646449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846101126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648895277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234323177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98282791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166579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277241733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862438100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316121924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3542184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9721001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134127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928340199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204022745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997825156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92329648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3028902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87579662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38276008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593225857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1393526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17963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761664378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2022665825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323676243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214382267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69607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ENI</a:t>
            </a:r>
            <a:endParaRPr lang="fr-FR"/>
          </a:p>
        </p:txBody>
      </p:sp>
      <p:sp>
        <p:nvSpPr>
          <p:cNvPr id="1059161749" name="Subtitle 2"/>
          <p:cNvSpPr>
            <a:spLocks noGrp="1"/>
          </p:cNvSpPr>
          <p:nvPr>
            <p:ph type="subTitle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349965" indent="-349965">
              <a:buFont typeface="Arial"/>
              <a:buChar char="•"/>
              <a:defRPr/>
            </a:pPr>
            <a:r>
              <a:rPr>
                <a:solidFill>
                  <a:srgbClr val="000000"/>
                </a:solidFill>
              </a:rPr>
              <a:t>comme la vitrine et la pépinière des élites informaticiennes du pays. </a:t>
            </a:r>
            <a:endParaRPr lang="fr-FR"/>
          </a:p>
          <a:p>
            <a:pPr marL="349965" indent="-349965">
              <a:buFont typeface="Arial"/>
              <a:buChar char="•"/>
              <a:defRPr/>
            </a:pPr>
            <a:r>
              <a:rPr/>
              <a:t>destiné à former des techniciens et des Ingénieurs de haut niveau, aptes à répondre aux besoins et exigences d’Informatisation des entreprises, des sociétés et des organes implantés à Madagascar.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626687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 l’ENI était créée par le décret N° 83- 185 du 24 Mai 1983</a:t>
            </a:r>
            <a:endParaRPr/>
          </a:p>
        </p:txBody>
      </p:sp>
      <p:sp>
        <p:nvSpPr>
          <p:cNvPr id="53243547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 un établissement d’enseignement supérieur rattaché académiquement et administrativement à l’Université de Fianarantsoa. </a:t>
            </a:r>
            <a:endParaRPr/>
          </a:p>
        </p:txBody>
      </p:sp>
      <p:pic>
        <p:nvPicPr>
          <p:cNvPr id="39099678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52862" y="2190749"/>
            <a:ext cx="4486275" cy="2476499"/>
          </a:xfrm>
          <a:prstGeom prst="rect">
            <a:avLst/>
          </a:prstGeom>
        </p:spPr>
      </p:pic>
      <p:pic>
        <p:nvPicPr>
          <p:cNvPr id="136653837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38199" y="3797246"/>
            <a:ext cx="5781674" cy="2686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6741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FCE</a:t>
            </a:r>
            <a:endParaRPr/>
          </a:p>
        </p:txBody>
      </p:sp>
      <p:sp>
        <p:nvSpPr>
          <p:cNvPr id="596771677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 chemin de fer FCE a été construit lors de la colonisation afin de répondre aux objectifs des colons comme relier les grands Régions de la grande Ile pour mieux contrôler les conquis,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 chemin de fer reliant Fianarantsoa à Manakara a été construit de 1926 à 1936. 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 ligne est inaugurée le 1 avril 1936. La ligne Fianarantsoa a pour slogan « Efa ela nitanterana…ary mbola hianteherana », 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 FCE par contre reste une société d’états sous tutelle du ministère des transports, mais dotée d’une autonomie de gestion.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 ligne FCE de 163 km 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Il y a 16 gares sur la ligne FCE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2012-12-03T06:56:55Z</dcterms:created>
  <dcterms:modified xsi:type="dcterms:W3CDTF">2026-10-24T13:28:41Z</dcterms:modified>
</cp:coreProperties>
</file>